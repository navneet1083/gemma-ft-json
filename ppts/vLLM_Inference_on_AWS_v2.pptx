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Weights (BF16)</c:v>
                </c:pt>
                <c:pt idx="1">
                  <c:v>KV cache budget</c:v>
                </c:pt>
                <c:pt idx="2">
                  <c:v>Activations + overhead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29.3</c:v>
                </c:pt>
                <c:pt idx="1">
                  <c:v>12.4</c:v>
                </c:pt>
                <c:pt idx="2">
                  <c:v>1.5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Roofline (achievable TFLOPS)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0.864</c:v>
                </c:pt>
                <c:pt idx="1">
                  <c:v>1.728</c:v>
                </c:pt>
                <c:pt idx="2">
                  <c:v>3.456</c:v>
                </c:pt>
                <c:pt idx="3">
                  <c:v>6.912</c:v>
                </c:pt>
                <c:pt idx="4">
                  <c:v>13.824</c:v>
                </c:pt>
                <c:pt idx="5">
                  <c:v>27.648</c:v>
                </c:pt>
                <c:pt idx="6">
                  <c:v>55.296</c:v>
                </c:pt>
                <c:pt idx="7">
                  <c:v>110.592</c:v>
                </c:pt>
                <c:pt idx="8">
                  <c:v>221.184</c:v>
                </c:pt>
                <c:pt idx="9">
                  <c:v>442.368</c:v>
                </c:pt>
                <c:pt idx="10">
                  <c:v>733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Decode regime (AI≈1–4)</c:v>
                </c:pt>
              </c:strCache>
            </c:strRef>
          </c:tx>
          <c:spPr>
            <a:solidFill>
              <a:srgbClr val="14B8A6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0.864</c:v>
                </c:pt>
                <c:pt idx="1">
                  <c:v>1.728</c:v>
                </c:pt>
                <c:pt idx="2">
                  <c:v>3.456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tok/s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B=1</c:v>
                  </c:pt>
                  <c:pt idx="1">
                    <c:v>B=4</c:v>
                  </c:pt>
                  <c:pt idx="2">
                    <c:v>B=8</c:v>
                  </c:pt>
                  <c:pt idx="3">
                    <c:v>B=16</c:v>
                  </c:pt>
                  <c:pt idx="4">
                    <c:v>B=32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118</c:v>
                </c:pt>
                <c:pt idx="2">
                  <c:v>236</c:v>
                </c:pt>
                <c:pt idx="3">
                  <c:v>472</c:v>
                </c:pt>
                <c:pt idx="4">
                  <c:v>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GB/s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L40S (PCIe Gen4)</c:v>
                  </c:pt>
                  <c:pt idx="1">
                    <c:v>A100 (NVLink)</c:v>
                  </c:pt>
                  <c:pt idx="2">
                    <c:v>H100 (NVLink)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600</c:v>
                </c:pt>
                <c:pt idx="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sequences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2K ctx</c:v>
                  </c:pt>
                  <c:pt idx="1">
                    <c:v>4K ctx</c:v>
                  </c:pt>
                  <c:pt idx="2">
                    <c:v>8K ctx</c:v>
                  </c:pt>
                  <c:pt idx="3">
                    <c:v>16K ctx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7</c:v>
                </c:pt>
                <c:pt idx="3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3 270M</c:v>
                  </c:pt>
                  <c:pt idx="1">
                    <c:v>Gemma 3 4B</c:v>
                  </c:pt>
                  <c:pt idx="2">
                    <c:v>Phi-4 14B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</c:v>
                </c:pt>
                <c:pt idx="1">
                  <c:v>8.59</c:v>
                </c:pt>
                <c:pt idx="2">
                  <c:v>29.32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BF16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31B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14</c:v>
                </c:pt>
                <c:pt idx="2">
                  <c:v>101</c:v>
                </c:pt>
                <c:pt idx="3">
                  <c:v>1612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FP8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31B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28</c:v>
                </c:pt>
                <c:pt idx="2">
                  <c:v>201</c:v>
                </c:pt>
                <c:pt idx="3">
                  <c:v>3223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4000"/>
          <c:min val="1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4A3B8"/>
                    </a:solidFill>
                    <a:latin typeface="Arial"/>
                  </a:rPr>
                  <a:t>tokens / sec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68680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3" y="106125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033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 · 60 MINUTES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Mechanics of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Phi-4, Gemma 3 &amp; Gemma 4 with vLLM on AWS — from the KV cache to autoscaling, with the math worked out on a single NVIDIA L40S.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 throughput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87168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33472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23× util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33472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34256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 @ 864 GB/s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80560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 · g6e.2xlarge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27648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models, real numbers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27648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641080" y="1051560"/>
            <a:ext cx="2971800" cy="50749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B0E2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41080" y="1252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L40S · 48 GB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4108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every slide returns 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915400" y="2011680"/>
            <a:ext cx="2423160" cy="1874520"/>
          </a:xfrm>
          <a:prstGeom prst="roundRect">
            <a:avLst>
              <a:gd name="adj" fmla="val 3415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79992" y="21031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79992" y="241401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15400" y="3995928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79992" y="408736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079992" y="43982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915400" y="5340096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94A3B8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79992" y="5431536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+ overhead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079992" y="5742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641080" y="5669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into 48 GB  →  a serving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LEAVE KNOWING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hour, one thesis: inference is a memory-movement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277405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10128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pass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vs decode, and why the KV cache exists at 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mem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725" y="2277405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budget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KV + activations — the master equations.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11312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7344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917" y="2277405"/>
            <a:ext cx="328087" cy="328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54512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67344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floor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67344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SRAM→HBM→DRAM hierarchy, the roofline &amp; memory wall.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4" name="Image 3" descr="ic/stream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3" y="4682277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0128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22960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throughput tricks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22960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batching, PagedAttention, FlashAttention.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89120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489704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4" descr="ic/scale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725" y="4682277"/>
            <a:ext cx="328087" cy="3280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45152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tensor/pipeline parallelism, autoscaling.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211312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67344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5" descr="ic/cubes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917" y="4682277"/>
            <a:ext cx="328087" cy="3280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54512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67344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real models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467344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Gemma 3 270M, Gemma 3 4B-vision, Gemma 4.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trained LLM is fixed weights.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it well is about moving bytes.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697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token re-reads the entire model from GPU memory. The arithmetic is cheap; the data movement is not. Almost every technique in this session exists to move fewer bytes, or to reuse the bytes you already moved.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4571086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552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GQA, sliding-window attention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4398264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recyc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30" y="4571086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moved bytes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300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cache, prefix sharing, FlashAttention tiling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6188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stream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10" y="4571086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move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19048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Batching: one weight read serves many requests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32520" y="960120"/>
            <a:ext cx="2926080" cy="5257800"/>
          </a:xfrm>
          <a:prstGeom prst="roundRect">
            <a:avLst>
              <a:gd name="adj" fmla="val 3750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52400" dist="50800" dir="2700000">
              <a:srgbClr val="0B0E20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942832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5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IN ONE BUDGET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942832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memory =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942832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098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942832" y="29992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KV cache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2·L·n_kv·d·tokens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942832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Activations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909828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942832" y="4425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Overhead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098280" y="4718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CUDA, fragmentation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942832" y="5349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budget into 48 GB and you have a serving plan.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LLM ACTUALLY COMPUTES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one decoder forward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lookup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 (reads KV cache)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B2145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112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MLP  (≈⅔ of weights)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966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F7FB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L layers (repeat)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7375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8737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→ next-token probability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01168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710" y="2209190"/>
            <a:ext cx="336499" cy="3364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1993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= the only operator that looks across tokens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2432304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token's Query attends to the Keys &amp; Values of every previous token. Those K and V tensors are exactly what we cache — recomputing them each step would be quadratic waste.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00600" y="3310128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3493008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1" descr="ic/chip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10" y="3690518"/>
            <a:ext cx="336499" cy="33649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= where most parameters (and memory traffic) live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943600" y="39136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gate/up/down projections are ~⅔ of the weights. Reading them from GPU memory dominates decode time — this is why bandwidth, not FLOPs, sets your token rate.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800600" y="4791456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0" y="4974336"/>
            <a:ext cx="731520" cy="73152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2" descr="ic/key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5171846"/>
            <a:ext cx="336499" cy="33649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943600" y="4956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to remember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943600" y="5340096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token's cost ≈ read every weight once + read the KV cache once. </a:t>
            </a:r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through every slide that follows.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(Attention Is All You Need, arXiv:1706.03762); Ainslie et al. 2023 (GQA, arXiv:2305.13245).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PHASES, TWO BOTTLENECKS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is compute-bound · Decode is memory-bound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CEAC8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47672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21106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7276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whole prompt at once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96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prompt tokens run in parallel — big matrix-multiplies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arithmetic intensity → saturates Tensor Cores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initial KV cache for the prompt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prompt length; happens once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raw FLOPs (compute-bound)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9340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9340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D1FA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194767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peed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74" y="2110618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9924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769924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token at a time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01344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processes a single new token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re-read all weights every step → low intensity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one row of K,V to the cache per layer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output length; happens many times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98601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698601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memory bandwidth (memory-bound)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PremAI &amp; Anyscale serving notes 2024–26; Spheron 'AI Memory Wall' 2026.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DATA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 cache: trade memory to kill quadratic recompute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cache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emit token t, recompute K,V for tokens 1..t every step → O(n²) work, the same keys built again and again.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38728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739896"/>
            <a:ext cx="228600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41064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142232"/>
            <a:ext cx="393192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grows every step 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KV cache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token's K,V once; each new step computes only one new column. O(n²) → O(n) per step. You pay in memory instead of compute.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965960"/>
            <a:ext cx="562356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in the cache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274320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layer: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tensor and a Value tensor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21868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127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 and one V vector are appended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694176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6027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grows with the conversation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169664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078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prefixes can point to one copy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7548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B2145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4937760"/>
            <a:ext cx="566928" cy="566928"/>
          </a:xfrm>
          <a:prstGeom prst="ellipse">
            <a:avLst/>
          </a:prstGeom>
          <a:solidFill>
            <a:srgbClr val="252C52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031" y="5090831"/>
            <a:ext cx="260787" cy="26078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23760" y="490118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cache grows linearly with tokens × users and quickly rivals the model weights. Managing it is the whole game.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QUANTITATIVE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KV-cache master equation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bytes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2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(K,V)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L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n_kv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kv-heads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d_head  ×  precision  ×  tokens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3969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are both stored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8873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→ proportionally more cache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n_kv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3777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 shrink this vs. query heads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dimension (often 128 or 256)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8873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in BF16, 1 B in FP8 — halve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500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3777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over all sequences in flight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66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Phi-4 (L=40, n_kv=10, d=128, BF16):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2·40·10·128·2 = 204,800 B ≈ 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MB per token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16K-token context = 3.2 GB for ONE sequence.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standard; Phi-4 config from microsoft/phi-4 (HF). Independent of batch — it sums over all live tokens.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FOR EVERY GIGABYTE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GPU's memory actually goes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Inference, Phi-4 on one L40S (43.2 GB working set)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488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828800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993392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8" name="Image 0" descr="ic/me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53" y="214152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9476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75120" y="2258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params × bytes. The floor you can't avoid (only quantize).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2798064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89320" y="2962656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53" y="311078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75120" y="3227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users. The variable you actually manage.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806440" y="3767328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89320" y="3931920"/>
            <a:ext cx="548640" cy="548640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wave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408005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3886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675120" y="41970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per-step tensors; small at inference with FlashAttention.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06440" y="4736592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89320" y="4901184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3" name="Image 3" descr="ic/gears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3" y="5049317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48554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overhead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675120" y="5166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context, kernels, fragmentation — budget ~1–2 GB.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806440" y="5724144"/>
            <a:ext cx="580644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/>
        </p:spPr>
      </p:sp>
      <p:sp>
        <p:nvSpPr>
          <p:cNvPr id="27" name="Text 20"/>
          <p:cNvSpPr/>
          <p:nvPr/>
        </p:nvSpPr>
        <p:spPr>
          <a:xfrm>
            <a:off x="6035040" y="572414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aside: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gradients (1×) + optimizer states (Adam ≈ 2×) → 3–4× the weight memory. That's why we serve in 48 GB but train on clusters.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default gpu_memory_utilization=0.9; Adam memory accounting standard (Kingma &amp; Ba 2014).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REALITY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hierarchy: tiny &amp; fast vs. huge &amp; slow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1436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14316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/ SRAM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14316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KBs per 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08276" y="1993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— where FlashAttention keeps its tiles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08476" y="2715768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115E5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91356" y="2807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cache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91356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tens of MB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5316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the GPU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19756" y="369417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02636" y="378561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/ GDDR6 (VRAM)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02636" y="41148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0.86–3.3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16–80 GB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06356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weights &amp; KV live — the working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31036" y="4672584"/>
            <a:ext cx="9326880" cy="868680"/>
          </a:xfrm>
          <a:prstGeom prst="roundRect">
            <a:avLst>
              <a:gd name="adj" fmla="val 8421"/>
            </a:avLst>
          </a:prstGeom>
          <a:solidFill>
            <a:srgbClr val="47556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13916" y="476402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DRAM (host)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13916" y="509320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GB/s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100s of 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895076" y="4928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target; PCIe ~32 GB/s is a cliff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down is ~10× slower and ~100× larger. The L40S uses 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(864 GB/s)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HBM — which is exactly why its bandwidth, not its 48 GB, often sets the limit.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NVIDIA L40S datasheet; GPU memory-hierarchy references.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MORE FLOPS WON'T SAVE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roofline &amp;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 = FLOPs ÷ bytes moved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performance vs. intensity and you get two regimes meeting at a ridge point. Left of the ridge you are starved for data — memory-bound. Right of it, compute-bound.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0142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42-millisecond fact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7673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70B model in FP16 = 140 GB read per token. Even at an H100's 3.35 TB/s that's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 ms/token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any math. Batch=1 decode lives here.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faster you must move fewer bytes (quantize) or serve more requests per byte read (batch).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893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Roofline — L40S (≈733 BF16 TFLOPS, 864 GB/s)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852160" y="214884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989320" y="57790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sits far left of the ridge → bandwidth, not TFLOPs, is the ceiling.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(Roofline, CACM); Spheron 'AI Memory Wall' 2026; L40S datasheet.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HIGHEST-LEVERAGE IDEA IN SERVING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Batching: read the weights once, serve many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decode is memory-bound, the 29 GB weight read for Phi-4 costs ~34 ms whether you serve 1 request or 32. Batch them and that fixed cost is amortized — aggregate throughput scales almost linearly until you run out of compute or KV memory.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69748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BF16, weight-read-bound model · same ~34 ms step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2697480"/>
            <a:ext cx="4434840" cy="3291840"/>
          </a:xfrm>
          <a:prstGeom prst="roundRect">
            <a:avLst>
              <a:gd name="adj" fmla="val 3333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 — and where it stops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16368" y="333756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0" name="Image 0" descr="ic/check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12" y="34610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33009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re-used across the batch → near-free extra tokens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16368" y="397764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check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410108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3941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request barely moves while throughput multiplies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516368" y="461772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warn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812" y="474116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92440" y="45811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1: KV cache fills up — fewer slots for long contexts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516368" y="525780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9" name="Image 3" descr="ic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812" y="538124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2440" y="5221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2: you cross the ridge into compute-bound at large B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 decode model; Anyscale continuous-batching benchmarks 2024–26.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 THE FREE LUNCH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vs. continuous batching (Orca, OSDI '22)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batching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batch waits for the slowest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33856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33856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2414016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2816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slot → new request joins next iteration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39128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9128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9288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39128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9116568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39128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9848088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wasted GPU cycles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a new request filling the freed slot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Iteration-level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41248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runs every forward pass, not every request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79392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53712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36.9×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553712" y="5120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1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Orca's reported gain over FasterTransformer at equal latency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91856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66176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Default-on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266176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TGI, TensorRT-LLM, SGLang all ship 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(Orca, OSDI'22); Anyscale 2023; BentoML LLM Inference Handbook 2026.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VLLM'S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PagedAttention: virtual memory for the KV cache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9818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fragmentation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serving reserves one contiguous block per request sized to the max length. Most of it sits empty (internal waste); leftover gaps can't be reused (external waste). Up to 60–80% of KV memory is lost.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288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19818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paging, like an 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9944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cache into fixed-size blocks. A per-request block table maps logical token positions → physical blocks anywhere in memory. Allocate on demand; near-zero waste.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4048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view (one sequence)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0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6868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0–15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19456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19456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19456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16–31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52044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52044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52044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32–47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84632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4632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4632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48–63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686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table  ↓  maps to scattered physical blocks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217920" y="4023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GPU memory (non-contiguous)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1792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73912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26033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78154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0275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82396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34516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86637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38758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90879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this sequence's blocks, placed wherever there's room — no reservation, no gaps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 — inspired by OS virtual memory &amp; paging.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PAGING UNLOCKS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near-zero waste to free prefix sharing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recyc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262591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waste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6420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fill almost completely; the freed memory becomes larger batches and longer contexts on the same GPU.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84832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puzzle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226259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 sharing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8776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samples / beam search share prompt blocks until they diverge, then copy a single block — not the whole cache.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42468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6420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system prompt or RAG context is stored once and reused across thousands of requests via the block 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06908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arr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42468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Preemption &amp; swap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8776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pressure, a sequence's blocks can be evicted to host memory and recomputed/restored — graceful overload, not OOM.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0142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higher throughput at the same latency vs. prior systems — the gain that made vLLM the default serving engine.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2023, SOSP'23; vLLM project documentation 2026.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 · THE NUMBERS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PagedAttention, quantified: why paging multiplies your batch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464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idea, formalized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1042416" y="253288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a fixed chunk of KV, ~16 tokens — the “page”.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" y="30266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per-sequence block table maps logical token positions → physical blocks: exactly an OS page table.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22960" y="360273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352044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allocated on demand; the only unused space is the final, partially-filled block.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9944" y="1993392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gaug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2146463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14032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math: bounded waste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9944" y="254203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542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  ≤  (B − 1) / 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B=16, S=2048  ⇒  ≤ 0.7%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9944" y="3200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contiguous reserve wastes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 − S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sequence (60–80% lost). Paging caps waste at one block, so usable KV jumps from ~20–40% to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566928" y="42519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43708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— Phi-4 on one L40S · 12.4 GB KV budget · 0.20 MB per token · 2K-token sequences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00584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(reserve max 16K):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16,384 × 0.20 MB = 3.2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sequences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5532120" y="4882896"/>
            <a:ext cx="566928" cy="566928"/>
          </a:xfrm>
          <a:prstGeom prst="chevron">
            <a:avLst/>
          </a:prstGeom>
          <a:solidFill>
            <a:srgbClr val="14B8A6"/>
          </a:solidFill>
          <a:ln/>
        </p:spPr>
      </p:sp>
      <p:sp>
        <p:nvSpPr>
          <p:cNvPr id="26" name="Shape 22"/>
          <p:cNvSpPr/>
          <p:nvPr/>
        </p:nvSpPr>
        <p:spPr>
          <a:xfrm>
            <a:off x="626364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44652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(use actual 2K):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2,048 × 0.20 MB ≈ 0.41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sequences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822960" y="5687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8× more concurrent users from the same 12.4 GB — paging turns reserved-but-empty memory into live batch slots.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arXiv:2309.06180); Phi-4 KV math computed against L40S 48 GB @ util 0.9.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THE SPEEDUP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never write the N×N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attention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Materializes the full N×N scores in HBM, then reads them back for softmax. O(N²) HBM traffic — at 8K tokens that's &gt;100 GB of round-trips.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Q·Kᵀ  →  HBM  →  softmax  →  HBM  →  ·V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251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(IO-aware tiling)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tiles of Q,K,V through fast SRAM; keep a running softmax (online LSE); write only the final output to HBM. Exact result, a fraction of the memory traffic.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tile → compute in SRAM → fuse → write 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26151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bandwidth advantage over HBM that tiling exploits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55264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438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0" y="40416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attention speedup; grows with sequence length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81728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864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 GB → &lt;1 GB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54681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attention memory at 8K tokens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Dao 2023 (FlashAttention-2, arXiv:2307.08691).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Quantization: the cheapest gigabytes you'll ever save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Bytes/param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weights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a 48 GB L40S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22219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22219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22199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 GB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22199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fits, ~12 GB for KV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8152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308152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86000" y="308152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08152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 GB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0" y="308152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~lossless (L40S native)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08152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KV room &amp; speed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" y="394106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286000" y="39410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3941064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GB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0" y="39410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quality hit (AWQ/GPTQ)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394106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KV room, edge-ready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bolt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531449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5120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aren't the only target.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INT8 KV-cache quantization halves the KV footprint too — directly buying you more concurrent users.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99632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9944" y="51663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1" descr="ic/chip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5314493"/>
            <a:ext cx="252374" cy="25237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95744" y="51206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matters.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L40S has 4th-gen Tensor Cores with a Transformer Engine — FP8 is native, so it's faster, not just smaller.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quantization docs (FP8/INT4/AWQ/GPTQ); NVIDIA L40S Transformer Engine.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split a model across GPUs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657" y="228581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parallelism (TP)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66420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9" name="Text 6"/>
          <p:cNvSpPr/>
          <p:nvPr/>
        </p:nvSpPr>
        <p:spPr>
          <a:xfrm>
            <a:off x="166420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layer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each layer's matrices across GPUs; all-reduce per layer. Cuts weights &amp; compute — but needs fast interconnect.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048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103120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17" y="2285817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parallelism (PP)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28776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6" name="Text 12"/>
          <p:cNvSpPr/>
          <p:nvPr/>
        </p:nvSpPr>
        <p:spPr>
          <a:xfrm>
            <a:off x="728776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layers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44652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whole layer-ranges to different GPUs as stages; micro-batches flow through. Light on bandwidth; watch the bubble.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24528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0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57" y="4407225"/>
            <a:ext cx="311262" cy="311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6420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replica parallelism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166420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23" name="Text 18"/>
          <p:cNvSpPr/>
          <p:nvPr/>
        </p:nvSpPr>
        <p:spPr>
          <a:xfrm>
            <a:off x="166420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requests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2296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copy per GPU, different requests each. The throughput-scaling knob behind autoscaling.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9048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224528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3" descr="ic/puzzle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217" y="4407225"/>
            <a:ext cx="311262" cy="3112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8776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parallelism (EP)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728776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0" name="Text 24"/>
          <p:cNvSpPr/>
          <p:nvPr/>
        </p:nvSpPr>
        <p:spPr>
          <a:xfrm>
            <a:off x="728776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experts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44652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Mixture-of-Experts: place experts on different GPUs and route tokens. Scales capacity, not active compute.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(Megatron-LM, arXiv:1909.08053); Huang et al. 2019 (GPipe); vLLM distributed-serving docs.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TRAP SPECIFIC TO THIS HARDWARE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L40S has no NVLink — so plan parallelism around PCIe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 does an all-reduce every layer. On NVLink GPUs (A100/H100) that's ~600–900 GB/s of GPU-to-GPU bandwidth. The L40S talks only over PCIe Gen4 — about 64 GB/s bidirectional, ~10× slower.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32688" y="41056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325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one GPU + quantization before reaching for multi-GPU TP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4562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4897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shard, pipeline parallelism is gentler on PCIe than TP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50200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9469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pure throughput, replicate (data-parallel) behind a load balancer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54772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GPU that fits the model whole — the cleanest scaling 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GPU-to-GPU interconnect bandwidth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55080" y="228600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49224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All-reduce-heavy tensor parallelism on the L40S pays this gap every layer.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L40S datasheet (PCIe Gen4 x16, no NVLink/MIG); NVLink bandwidth figures from A100/H100 datasheets.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REFERENCE MACHINE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g6e.2xlarge — one NVIDIA L40S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552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with ECC (not HBM)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peed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 GB/s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54456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— the real ceiling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9360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 TFLOPS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29360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tensor · 1466 FP8 (w/ sparsity)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5204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6685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native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9552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4th-gen Tensor Cores + Transformer Engine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rv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36685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vCPU · 64 GB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454456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host + system RAM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6500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9360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net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36685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Gen4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829360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NVLink, no MIG · 350 W TDP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0142C"/>
          </a:solidFill>
          <a:ln/>
        </p:spPr>
      </p:sp>
      <p:sp>
        <p:nvSpPr>
          <p:cNvPr id="35" name="Shape 27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6" descr="ic/coins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57" y="5467929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91640" y="513892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markets G6e for LLMs up to ~13B params — the cost-efficient inference workhorse, not a training flagship. On-demand ≈ $1.86/hr (us-east-1); spot far cheaper.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worked examples ahead is computed against this exact machine.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G6e page &amp; GA announcement 2024; NVIDIA L40S datasheet; public cloud pricing references.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THEORY TO THREE REAL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sizing method — two equations, one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× bytes/param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7832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9312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token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2·L·n_kv·d·precision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4184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199632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0.9·48 GB − weights − overhead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0536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15984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7201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budget ÷ (KV/token × context)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subjects, three lessons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4826386"/>
            <a:ext cx="277612" cy="2776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2704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14B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95528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text model that nearly fills the GPU — KV is the scarce resource.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261104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89704" y="466344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5" name="Image 1" descr="ic/robo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50" y="4826386"/>
            <a:ext cx="277612" cy="27761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21224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270M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4489704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Embedding-dominated featherweight — throughput-bound, massive concurrency.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7955280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183880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0" name="Image 2" descr="ic/img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826" y="4826386"/>
            <a:ext cx="277612" cy="27761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91540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4B vision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8183880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images become tokens — same equations, new inputs.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configs from HF (microsoft/phi-4, google/gemma-3-270m, google/gemma-3-4b-it); budget vs g6e.2xlarge.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 · DENSE 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(14B): the model nearly fills the GPU — KV is scarce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9377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8303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14.66 B params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761488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layers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8328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5120 / 40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282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: KV heads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83280" y="32826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: 10  (GQA 4:1)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3749040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76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 · context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383280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· 16K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270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(BF16)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383280" y="42702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736592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7640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per 1K tokens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383280" y="47640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5257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@ util 0.9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83280" y="5257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 GB left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715000" y="1828800"/>
            <a:ext cx="589788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8932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sequences vs context length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89320" y="23957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GB of KV, shared. Long contexts cost concurrency.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897880" y="2788920"/>
          <a:ext cx="5532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microsoft/phi-4 config.json (HF); KV = 2·L·H_kv·d_head·2B; budget = 43.2GB − 29.3GB weights.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 · FEATHERWEIGHT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3 270M: tiny weights, embedding-dominated, throughput-bound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2996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 GB weights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5528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BF16. Of 268M params, 168M (63%) live in the 262K-token embedding table — not compute.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us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82" y="219291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~1,090 sequences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17136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2K context, 41.2 GB of KV budget swallows over a thousand concurrent users on one L40S.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speed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690" y="219291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~1,600 tok/s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38744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floor is throughput-bound, not memory-bound: 0.54 GB reads in ~0.6 ms per step.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flips the bottleneck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455371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weight-read-bound — the GPU spends its time streaming parameters.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weights are trivially small, so the limiter becomes raw kernel/launch throughput and the embedding lookup.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scale users, not GPUs.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989320" y="3977640"/>
            <a:ext cx="5623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21792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(GB): featherweight vs Phi-4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26480" y="4526280"/>
          <a:ext cx="53492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google/gemma-3-270m config.json (HF); tied embeddings, vocab 262144, MQA (1 KV head).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 · MULTIMODAL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 vision: an image becomes 256 tokens — same KV equations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img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551" y="21464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896×896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72384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73552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1993392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lay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175" y="214646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SigLIP-400M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64992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27-layer ViT encoder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7900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980176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67728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99" y="214646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71616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soft tokens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071616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= 256 KV slots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85632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8686800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74352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4" name="Image 3" descr="ic/bra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7423" y="2146463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8240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decoder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778240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vision, jointly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66928" y="36118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image-KV equation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KV/token = 2 · 34 · 4 · 256 · 2 B  =  139,264 B  ≈  136 KB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image  =  256 tokens  ×  136 KB  =  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35.7 MB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 KV cache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2296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10-image prompt burns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MB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KV before a single word of text is generated.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217920" y="36118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46520" y="37947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4" descr="ic/bulb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942893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66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generalization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6446520" y="4297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 changes the inputs, not the accounting.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pixels, audio, or video are projected into the token stream, every memory equation from this session applies unchanged — the KV cache neither knows nor cares where a token came from.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google/gemma-3-4b-it config.json (HF); SigLIP encoder, mm_tokens_per_image=256; KV with 4 KV heads, 34 layers.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THE THREE 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GPU, three regimes of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BF16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4068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1K tok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~Conc. @2K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783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tok/s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469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3317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3317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33172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233172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weight-read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935224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352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43200" y="29352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0.27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93522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 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18.9 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~1,090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293522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9352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538728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5387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4B-V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743200" y="353872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353872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8.59 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142.6 MB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~116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35387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46920" y="353872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4142232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1422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31B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743200" y="414223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77640" y="414223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GB 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1006 MB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FP8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75320" y="414223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28*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46920" y="4142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doesn't fit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Gemma 4 31B (BF16) overflows 48 GB — it forces FP8 quantization or two-GPU sharding. Same equations, harder constraints.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as a gradient: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are concurrency machines, large models are bandwidth-starved, and the frontier forces you into quantization or parallelism.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PRECISION CHANGES SPEED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speed is set by bandwidth ÷ bytes moved per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014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t_decode  ≈  weight_bytes / memory_bandwidth        (batch 1, weight-read-bound)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766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529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Single-stream decode floor on L40S (864 GB/s)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3246120"/>
          <a:ext cx="6537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26974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go faster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329184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0" descr="ic/compres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57" y="343009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394192" y="36393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halves the weight read → roughly 2× tok/s. INT4 quarters it. Precision buys speed.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45902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tream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657" y="472854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read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many sequences into one weight sweep — the read is paid once for the whole batch.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verified weight sizes ÷ L40S 864 GB/s. Log scale. Real throughput is lower (activations, attention, overhead).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FRONTIER · EVOLUTION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4: the same physics, pushed to the 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V projection sharing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share one projection — the KV cache is literally halved at the source.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lay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Embeddings (PLE)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3872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params stream from CPU per-layer, shrinking the resident GPU footprint.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+ 256K context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experts raise capacity without proportional FLOPs; context reaches 256K tokens.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3368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img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11409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Natively omni-modal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1656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video and audio share one decoder — 280 soft tokens per image.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25196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62869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498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31B dense variant won't fit one L40S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81328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GB (BF16)  &gt;  48 GB  →  quantize to FP8 (~31 GB ✓)  or  shard across 2 GPUs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481328" y="5349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doesn't repeal the budget equation — it forces every lever at once: K=V sharing, PLE offload, FP8, and tensor parallelism.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543800" y="4251960"/>
            <a:ext cx="4087368" cy="18288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31" name="Text 24"/>
          <p:cNvSpPr/>
          <p:nvPr/>
        </p:nvSpPr>
        <p:spPr>
          <a:xfrm>
            <a:off x="781812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of the field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818120" y="486460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attacks the same enemy — memory. Architectures keep finding new ways to store less KV and stream fewer bytes, because that is where inference lives.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release (Apr 2026): K=V sharing, Per-Layer Embeddings, MoE variants, 256K context. Config-derived 31B size ≈62 GB BF16.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THREE EXAMPLES TO ANY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recipe to size any model on any GPU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75104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90195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bytes/param. BF16=2, FP8=1, INT4=0.5. This is the fixed cost you pay before serving anyone.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70048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16352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27432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VRAM (≈0.9·VRAM) − weights − activations. Whatever's left is your concurrency fund.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511296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657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per token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35844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layers · KV_heads · head_dim · bytes. GQA/MQA and K=V sharing shrink this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498848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498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443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44256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÷ (KV/token × context). This is how many users you can truly serve at once.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93792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340096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340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52669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to amortize the weight read; quantize to move fewer bytes; then replicate to scale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on one card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818120" y="242316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52C52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2542032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M_total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M_weights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M_kv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M_act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M_kv/token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2·L·H_kv·d·b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≈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KV_budget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M_kv/tok · ctx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shape, not the numbers.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the per-model derivations; activations are workload-dependent (sequence length × batch).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out: replicas, smart routing, and scale-to-zero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1014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</a:t>
            </a:r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1965960"/>
            <a:ext cx="813816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21214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21214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081528"/>
            <a:ext cx="1051560" cy="-6766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11880" y="277977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2779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3081528"/>
            <a:ext cx="1051560" cy="-18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343814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34381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 </a:t>
            </a:r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3081528"/>
            <a:ext cx="105156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212140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121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43814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4381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 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KV-cache utilization &amp; queue depth — not CPU. That's the signal that actually predicts saturation.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4664537"/>
            <a:ext cx="235549" cy="23554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4980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 the right signal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4980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KV-cache occupancy and pending queue, not CPU%.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35584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55701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9" name="Image 1" descr="ic/spli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73" y="4664537"/>
            <a:ext cx="235549" cy="235549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3872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353872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session back to the replica that already holds its prefix.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14476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34593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4" name="Image 2" descr="ic/recyc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93" y="4664537"/>
            <a:ext cx="235549" cy="235549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32764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632764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idle replicas down; cold-start is weight-load time — pre-bake images.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93368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13485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9" name="Image 3" descr="ic/coins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113" y="4664537"/>
            <a:ext cx="235549" cy="235549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11656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for throughput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911656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Batch/offline traffic on Spot (~5× cheaper); on-demand for latency-critical.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production patterns; AWS g6e pricing (on-demand ≈ $1.86/hr, Spot ≈ $0.39/hr, us-east-1); prefix-aware routing.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ZOOMING 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stack actually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1225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fragmentation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pages the cache like virtual memory — waste drops from 60–80% to near zero.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842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trea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5" y="21225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GPUs between requests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8576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schedules at iteration level — finished slots refill instantly.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mem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37" y="21225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attention memory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30768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tiles in SRAM and never materializes the N×N matrix.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compres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81414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that don't fit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6384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INT4 quantization and K=V sharing shrink weights and KV at the source.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758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lit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545" y="381414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Single-GPU ceilings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8576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&amp; pipeline parallelism spread one model across many devices.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scal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37" y="381414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34272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Spiky, uneven demand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30768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+ KV-aware autoscaling match capacity to load, down to zero.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memory tactic.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engineering is the discipline of moving the right bytes to the right place at the right time.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years of chasing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0927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94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067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42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942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343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343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— the architecture, and the O(n²) memory problem, are born.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212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185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060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060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9461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+ FlashAttention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461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Iteration-level batching and IO-aware attention — throughput and memory, reframed.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8330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9303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178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5178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1579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/ PagedAttention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1579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paged like virtual memory; 2–4× throughput becomes the new baseline.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448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1421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96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96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97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&amp; L40S-class GPUs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97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FP8 tensor cores make quantized serving routine on commodity cloud GPUs.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72566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3539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9414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9414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5815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family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5815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GQA/MQA, sliding-window attention and tied embeddings squeeze KV at the architecture level.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4684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5657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1532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81532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87933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· omni-modal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933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K=V sharing, Per-Layer Embeddings, MoE and 256K context push every lever at once.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across every era: progress means moving — or storing — fewer bytes per generated token.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arXiv:1706.03762 · OSDI'22 (Orca) · arXiv:2205.14135 (FlashAttention) · SOSP'23 / arXiv:2309.06180 (vLLM) · Gemma 3 &amp; 4 releases.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COVERED THE COMMON CORE — NOT THE WHOLE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the foundation. The frontier keeps moving.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— KV cache, PagedAttention, batching, quantization, parallelism — is the common toolkit you'll meet in almost every deployment. But it's a starting set. Vendors like NVIDIA are pushing an active research frontier; here are a few directions worth knowing exist.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16" y="2876520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Disaggregated serving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compute-bound prefill from memory-bound decode onto separate GPU pools — each tuned independently. The core idea behind NVIDIA Dynamo.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89120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74320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ne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08" y="2876520"/>
            <a:ext cx="227137" cy="2271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08576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request to the GPU that already holds its prefix, instead of recomputing it. Dynamo's router + NIXL move KV between workers.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211312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compres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800" y="2876520"/>
            <a:ext cx="227137" cy="227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7696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NVFP4 — 4-bit float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30768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Blackwell's native 4-bit format: roughly 2× the throughput of FP8 at comparable accuracy for compatible layers.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66928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6" y="4613880"/>
            <a:ext cx="227137" cy="22713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3312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6384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draft model proposes several tokens; the big model verifies them in one pass (Medusa, EAGLE) — more tokens per weight-read.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389120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0288" y="448056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4" descr="ic/stream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608" y="4613880"/>
            <a:ext cx="227137" cy="22713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prefill &amp; prefix cache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08576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long prefills with decode, and store shared system/RAG prefixes once — fewer redundant passes.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8211312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2" name="Image 5" descr="ic/db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800" y="4613880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97696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offload to tiers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30768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cold KV blocks to CPU RAM or NVMe and page them back — extending effective capacity beyond VRAM.</a:t>
            </a:r>
            <a:endParaRPr lang="en-US" sz="1030" dirty="0"/>
          </a:p>
        </p:txBody>
      </p:sp>
      <p:sp>
        <p:nvSpPr>
          <p:cNvPr id="35" name="Shape 27"/>
          <p:cNvSpPr/>
          <p:nvPr/>
        </p:nvSpPr>
        <p:spPr>
          <a:xfrm>
            <a:off x="566928" y="587044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0142C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enemy, new weapons:  </a:t>
            </a:r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above is still a way to move fewer bytes or reuse the ones you moved — NVIDIA reports up to ~7× throughput from disaggregation alone on Blackwell.</a:t>
            </a:r>
            <a:endParaRPr lang="en-US" sz="1180" dirty="0"/>
          </a:p>
        </p:txBody>
      </p:sp>
      <p:sp>
        <p:nvSpPr>
          <p:cNvPr id="37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(GA Mar 2026, GTC) developer blogs; NVFP4 / Blackwell inference posts; Medusa &amp; EAGLE speculative-decoding papers. Illustrative, not exhaustive.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TO KEEP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equations, all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20943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memory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M_weights = N_params × bytes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 → 2 B   FP8 → 1 B   INT4 → 0.5 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6596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db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70" y="209434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per token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8576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 = 2 · L · H_kv · d_head · b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= K and V   ·   b = bytes/elem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layer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862" y="209434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KV for a request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0768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 = M_kv/tok × context_len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grows linearly with every token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user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78" y="378598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ceiling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86384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N_users ≈ KV_budget ÷ (M_kv/tok · ctx)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KV_budget = 0.9·VRAM − weights − act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5760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eed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670" y="378598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Decode-step floor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08576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t_step ≈ weight_bytes ÷ bandwidth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1, weight-read-bound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gaug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862" y="3785982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0768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FLOPs ÷ bytes   (roofline)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decode: low I → memory-bound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layers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H_kv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key/value heads (GQA/MQA shrink this)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per-head dim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sequence length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UNDERSTANDING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further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book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papers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— Attention Is All You Need (arXiv:1706.03762)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— FlashAttention (arXiv:2205.14135); FA-2 (2307.08691)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— Orca, continuous batching (OSDI '22)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— PagedAttention / vLLM (SOSP '23, arXiv:2309.06180)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Ainslie et al. 2023 — GQA (arXiv:2305.13245)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— Megatron-LM tensor parallelism (arXiv:1909.08053)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51" y="22104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docs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4768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documentation — paged KV cache, scheduling, quantization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Amazon EC2 G6e instances &amp; NVIDIA L40S specs / pricing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model cards: microsoft/phi-4, google/gemma-3-*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Anyscale / vLLM blog — continuous batching benchmarks (up to 23×)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L40S datasheet (FP8 Transformer Engine, 864 GB/s)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&amp; NVFP4 — disaggregated serving, Blackwell inference (2026)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0142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 (YouTube):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CS25 — Transformers United  ·  Umar Jamil — Attention &amp; vLLM walkthroughs  ·  MIT 6.5940 EfficientML  ·  vLLM Office Hours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quantitative claims independently recomputed from model configs and L40S specs; figures rounded for teaching.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777240" cy="7772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5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0785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" y="22402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is a memory-movement problem.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bytes, and the rest is engineering.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carry into discussion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56285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4526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double context length, what breaks first — and which lever do you pull?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50657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5029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quantization stop helping, and parallelism become unavoidable?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autoscale a multimodal service whose KV cost depends on image count?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Serving LLMs with vLLM on AWS</dc:title>
  <dc:subject>PptxGenJS Presentation</dc:subject>
  <dc:creator>Inference Systems Session</dc:creator>
  <cp:lastModifiedBy>Inference Systems Session</cp:lastModifiedBy>
  <cp:revision>1</cp:revision>
  <dcterms:created xsi:type="dcterms:W3CDTF">2026-06-25T02:38:33Z</dcterms:created>
  <dcterms:modified xsi:type="dcterms:W3CDTF">2026-06-25T02:38:34Z</dcterms:modified>
</cp:coreProperties>
</file>